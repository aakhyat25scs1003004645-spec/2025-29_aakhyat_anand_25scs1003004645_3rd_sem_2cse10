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2062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 INTERNSHIP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Portfolio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Skill Development &amp; Future Tech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43484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663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Aakhyat Anand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ID: THX-AUG3126-002   •   30 Aug 2026 – 29 Sept 2026   •   Remote / Project-Based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|  C++ PROGRAMMING INTERNSHIP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the offer and engagement terms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88AAB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88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_laptop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717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92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0" y="222199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– C++ Programming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88AABB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888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_calendar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717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892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498080" y="222199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Aug 2026 – 29 Sept 2026 (4 weeks)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88AABB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005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_usertie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1833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904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828800" y="42336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/ Project-Based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17920" y="36118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88AABB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0005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_grad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1833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904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498080" y="42336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mentors, periodic progress reviews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534924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this tenure, interns work on practical, project-based assignments under industry mentorship — performance on each task determines successful completion of the internship.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|  C++ PROGRAMMING INTERNSHIP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C++ project milestones completed across the internship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42516" y="2514600"/>
            <a:ext cx="8503920" cy="0"/>
          </a:xfrm>
          <a:prstGeom prst="line">
            <a:avLst/>
          </a:prstGeom>
          <a:noFill/>
          <a:ln w="25400">
            <a:solidFill>
              <a:srgbClr val="CBD8E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39596" y="18288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_boo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20574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5216" y="32004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65276" y="42062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/>
        </p:spPr>
      </p:sp>
      <p:sp>
        <p:nvSpPr>
          <p:cNvPr id="10" name="Text 7"/>
          <p:cNvSpPr/>
          <p:nvPr/>
        </p:nvSpPr>
        <p:spPr>
          <a:xfrm>
            <a:off x="1065276" y="4206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06 Sept 2026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74236" y="18288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_ban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36" y="20574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9856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419856" y="32004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899916" y="42062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/>
        </p:spPr>
      </p:sp>
      <p:sp>
        <p:nvSpPr>
          <p:cNvPr id="16" name="Text 12"/>
          <p:cNvSpPr/>
          <p:nvPr/>
        </p:nvSpPr>
        <p:spPr>
          <a:xfrm>
            <a:off x="3899916" y="4206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13 Sept 2026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008876" y="18288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icons_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76" y="205740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54496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254496" y="32004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734556" y="42062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/>
        </p:spPr>
      </p:sp>
      <p:sp>
        <p:nvSpPr>
          <p:cNvPr id="22" name="Text 17"/>
          <p:cNvSpPr/>
          <p:nvPr/>
        </p:nvSpPr>
        <p:spPr>
          <a:xfrm>
            <a:off x="6734556" y="4206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 Sept 2026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9843516" y="18288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icons_gam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116" y="205740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89136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089136" y="32004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Game Project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(Tic-Tac-Toe / Snake)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9569196" y="42062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/>
        </p:spPr>
      </p:sp>
      <p:sp>
        <p:nvSpPr>
          <p:cNvPr id="28" name="Text 22"/>
          <p:cNvSpPr/>
          <p:nvPr/>
        </p:nvSpPr>
        <p:spPr>
          <a:xfrm>
            <a:off x="9569196" y="4206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27 Sept 2026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|  C++ PROGRAMMING INTERNSHIP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icons_book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8915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57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40080" y="5120640"/>
            <a:ext cx="2880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1206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06 Sept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Student Management System in C++ that efficiently manages student records using file handling and menu-driven operations.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29768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194560"/>
            <a:ext cx="365760" cy="36576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3" name="Image 1" descr="icons_check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26771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216712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delete, and display student information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297680" y="2697480"/>
            <a:ext cx="365760" cy="36576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6" name="Image 2" descr="icons_check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7706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267004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file handling to store data persistently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297680" y="3200400"/>
            <a:ext cx="365760" cy="36576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9" name="Image 3" descr="icons_check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327355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00600" y="31729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menu-driven operations for smooth navigation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297680" y="3931920"/>
            <a:ext cx="7269480" cy="1508760"/>
          </a:xfrm>
          <a:prstGeom prst="roundRect">
            <a:avLst>
              <a:gd name="adj" fmla="val 4848"/>
            </a:avLst>
          </a:prstGeom>
          <a:solidFill>
            <a:srgbClr val="EAF3F7"/>
          </a:solidFill>
          <a:ln/>
        </p:spPr>
      </p:sp>
      <p:sp>
        <p:nvSpPr>
          <p:cNvPr id="22" name="Text 16"/>
          <p:cNvSpPr/>
          <p:nvPr/>
        </p:nvSpPr>
        <p:spPr>
          <a:xfrm>
            <a:off x="4572000" y="409651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0" y="438912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application that allows users to add, update, delete, and display student information with persistent data storage for reliable record management.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|  C++ PROGRAMMING INTERNSHIP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icons_bank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8915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57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40080" y="5120640"/>
            <a:ext cx="2880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1206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13 Sept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based Bank Management Application that simulates core banking operations using object-oriented programming and file handling.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29768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194560"/>
            <a:ext cx="365760" cy="36576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3" name="Image 1" descr="icons_check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26771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216712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features like deposit, withdrawal, and balance check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297680" y="2697480"/>
            <a:ext cx="365760" cy="36576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6" name="Image 2" descr="icons_check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7706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267004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object-oriented programming concepts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297680" y="3200400"/>
            <a:ext cx="365760" cy="36576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9" name="Image 3" descr="icons_check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327355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00600" y="31729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customer data securely using file management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297680" y="3931920"/>
            <a:ext cx="7269480" cy="1508760"/>
          </a:xfrm>
          <a:prstGeom prst="roundRect">
            <a:avLst>
              <a:gd name="adj" fmla="val 4848"/>
            </a:avLst>
          </a:prstGeom>
          <a:solidFill>
            <a:srgbClr val="EAF3F7"/>
          </a:solidFill>
          <a:ln/>
        </p:spPr>
      </p:sp>
      <p:sp>
        <p:nvSpPr>
          <p:cNvPr id="22" name="Text 16"/>
          <p:cNvSpPr/>
          <p:nvPr/>
        </p:nvSpPr>
        <p:spPr>
          <a:xfrm>
            <a:off x="4572000" y="409651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0" y="438912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and functional banking system capable of performing deposits, withdrawals, and balance inquiries while maintaining persistent customer records.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|  C++ PROGRAMMING INTERNSHIP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icons_database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8915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57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40080" y="5120640"/>
            <a:ext cx="2880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1206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 Sept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Management System that efficiently manages books, members, and borrowing records using structured or object-oriented programming.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29768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194560"/>
            <a:ext cx="365760" cy="36576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3" name="Image 1" descr="icons_check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26771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216712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structures or classes for book and member details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297680" y="2697480"/>
            <a:ext cx="365760" cy="36576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6" name="Image 2" descr="icons_check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7706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267004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book issue and return features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297680" y="3200400"/>
            <a:ext cx="365760" cy="36576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9" name="Image 3" descr="icons_check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327355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00600" y="31729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search functionality by title or author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297680" y="3931920"/>
            <a:ext cx="7269480" cy="1508760"/>
          </a:xfrm>
          <a:prstGeom prst="roundRect">
            <a:avLst>
              <a:gd name="adj" fmla="val 4848"/>
            </a:avLst>
          </a:prstGeom>
          <a:solidFill>
            <a:srgbClr val="EAF3F7"/>
          </a:solidFill>
          <a:ln/>
        </p:spPr>
      </p:sp>
      <p:sp>
        <p:nvSpPr>
          <p:cNvPr id="22" name="Text 16"/>
          <p:cNvSpPr/>
          <p:nvPr/>
        </p:nvSpPr>
        <p:spPr>
          <a:xfrm>
            <a:off x="4572000" y="409651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0" y="438912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application that enables book addition, issue and return processing, and search by title or author for streamlined library operations.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|  C++ PROGRAMMING INTERNSHIP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icons_game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8915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57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Game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40080" y="5120640"/>
            <a:ext cx="2880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1206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27 Sept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mini game in C++ (Tic-Tac-Toe / Snake) that demonstrates core programming concepts such as loops, arrays, and conditional logic.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29768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194560"/>
            <a:ext cx="365760" cy="36576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3" name="Image 1" descr="icons_check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26771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216712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loops, arrays, and condition statements for game logic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297680" y="2697480"/>
            <a:ext cx="365760" cy="36576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6" name="Image 2" descr="icons_check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7706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267004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game board dynamically after each move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297680" y="3200400"/>
            <a:ext cx="365760" cy="36576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9" name="Image 3" descr="icons_check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327355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00600" y="31729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win/loss detection and replay options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297680" y="3931920"/>
            <a:ext cx="7269480" cy="1508760"/>
          </a:xfrm>
          <a:prstGeom prst="roundRect">
            <a:avLst>
              <a:gd name="adj" fmla="val 4848"/>
            </a:avLst>
          </a:prstGeom>
          <a:solidFill>
            <a:srgbClr val="EAF3F7"/>
          </a:solidFill>
          <a:ln/>
        </p:spPr>
      </p:sp>
      <p:sp>
        <p:nvSpPr>
          <p:cNvPr id="22" name="Text 16"/>
          <p:cNvSpPr/>
          <p:nvPr/>
        </p:nvSpPr>
        <p:spPr>
          <a:xfrm>
            <a:off x="4572000" y="409651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0" y="438912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game with dynamic board display, win/loss detection, and replay functionality, showcasing effective implementation of game logic.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|  C++ PROGRAMMING INTERNSHIP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Tools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practiced across all four projects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185623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_code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404" y="2025396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4340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0" y="185623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_cogs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164" y="2025396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2743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13816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13" name="Shape 9"/>
          <p:cNvSpPr/>
          <p:nvPr/>
        </p:nvSpPr>
        <p:spPr>
          <a:xfrm>
            <a:off x="9509760" y="185623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icons_file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924" y="2025396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5320" y="2743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657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17" name="Shape 12"/>
          <p:cNvSpPr/>
          <p:nvPr/>
        </p:nvSpPr>
        <p:spPr>
          <a:xfrm>
            <a:off x="1920240" y="391363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icons_list_1C729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404" y="4082796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" y="48006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Logic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343400" y="3657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21" name="Shape 15"/>
          <p:cNvSpPr/>
          <p:nvPr/>
        </p:nvSpPr>
        <p:spPr>
          <a:xfrm>
            <a:off x="5715000" y="391363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icons_database_1C729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164" y="4082796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80560" y="48006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8138160" y="3657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25" name="Shape 18"/>
          <p:cNvSpPr/>
          <p:nvPr/>
        </p:nvSpPr>
        <p:spPr>
          <a:xfrm>
            <a:off x="9509760" y="391363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icons_check_1C729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8924" y="4082796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75320" y="48006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Testing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|  C++ PROGRAMMING INTERNSHIP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internship reinforced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_cogs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0253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OOP in practice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classes, encapsulation, and structures into working systems for banking and library data.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AF3F7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8745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_file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0253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562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with file I/O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92240" y="24688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file handling across every project to store and retrieve records reliably between runs.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AF3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_list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431139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422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program design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7548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clear, navigable console interfaces so each application felt usable end to end.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AF3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1605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_bulb_065A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431139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1422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under review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92240" y="47548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on logic and edge cases with mentor feedback across periodic progress reviews.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|  C++ PROGRAMMING INTERNSHIP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_github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140" y="148590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34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371600" y="36118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 for all four C++ projects is available in this repository.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023360" y="4297680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23360" y="4297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Aakhyat Anand   •   Intern ID THX-AUG3126-002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 |  C++ PROGRAMMING INTERNSHIP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2026-08-30T18:59:49Z</dcterms:created>
  <dcterms:modified xsi:type="dcterms:W3CDTF">2026-08-30T18:59:49Z</dcterms:modified>
</cp:coreProperties>
</file>